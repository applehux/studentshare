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18" r:id="rId3"/>
    <p:sldId id="522" r:id="rId5"/>
    <p:sldId id="527" r:id="rId6"/>
    <p:sldId id="523" r:id="rId7"/>
    <p:sldId id="528" r:id="rId8"/>
    <p:sldId id="524" r:id="rId9"/>
    <p:sldId id="529" r:id="rId10"/>
    <p:sldId id="525" r:id="rId11"/>
    <p:sldId id="530" r:id="rId12"/>
    <p:sldId id="526" r:id="rId13"/>
  </p:sldIdLst>
  <p:sldSz cx="12192000" cy="6858000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0000"/>
    <a:srgbClr val="BE0000"/>
    <a:srgbClr val="FF3300"/>
    <a:srgbClr val="F5E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67"/>
    <p:restoredTop sz="94301"/>
  </p:normalViewPr>
  <p:slideViewPr>
    <p:cSldViewPr snapToGrid="0" showGuides="1">
      <p:cViewPr varScale="1">
        <p:scale>
          <a:sx n="66" d="100"/>
          <a:sy n="66" d="100"/>
        </p:scale>
        <p:origin x="462" y="72"/>
      </p:cViewPr>
      <p:guideLst>
        <p:guide orient="horz" pos="2149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9" d="100"/>
        <a:sy n="49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DB52D56-C264-4541-BC91-5AE72A443E5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E0FB53-DDBA-4FCC-A546-41EC08506039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10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02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9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22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84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9BECC9E-A012-43E4-A9CD-2D4FEC05C89E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ECEB62-F619-4FEC-AA53-D20F52F9DBCC}" type="slidenum">
              <a:rPr kumimoji="0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3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4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3076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-6350" y="2860675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8000"/>
              </a:lnSpc>
              <a:spcBef>
                <a:spcPct val="0"/>
              </a:spcBef>
              <a:spcAft>
                <a:spcPts val="840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海洋科学与工程学院</a:t>
            </a:r>
            <a:b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</a:b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年度优秀志愿者表彰大会</a:t>
            </a:r>
            <a:endParaRPr kumimoji="0" lang="zh-CN" altLang="en-US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/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颁奖-拉德斯基进行曲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79250" y="6519545"/>
            <a:ext cx="412750" cy="412750"/>
          </a:xfrm>
          <a:prstGeom prst="rect">
            <a:avLst/>
          </a:prstGeom>
        </p:spPr>
      </p:pic>
      <p:pic>
        <p:nvPicPr>
          <p:cNvPr id="5122" name="图片 2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5124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5" name="图片 8"/>
          <p:cNvPicPr>
            <a:picLocks noChangeAspect="1"/>
          </p:cNvPicPr>
          <p:nvPr/>
        </p:nvPicPr>
        <p:blipFill>
          <a:blip r:embed="rId6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6350" y="1339850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</a:t>
            </a:r>
            <a:endParaRPr kumimoji="0" lang="en-US" altLang="zh-CN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1355725" y="3348038"/>
            <a:ext cx="57705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港航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221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王一冰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港航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李家成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船舶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232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   张浩斌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船舶与结构物设计制造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研  马德澎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2" name="标题 1"/>
          <p:cNvSpPr txBox="1"/>
          <p:nvPr/>
        </p:nvSpPr>
        <p:spPr bwMode="auto">
          <a:xfrm>
            <a:off x="6886575" y="3348038"/>
            <a:ext cx="45370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港航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233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曹艺馨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环境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241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汪旖敏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船舶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原奕南 </a:t>
            </a:r>
            <a:endParaRPr kumimoji="0" lang="en-US" altLang="zh-CN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安全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   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陈乐恒</a:t>
            </a:r>
            <a:endParaRPr kumimoji="0" lang="zh-CN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8818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70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717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-6350" y="2860675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8000"/>
              </a:lnSpc>
              <a:spcBef>
                <a:spcPct val="0"/>
              </a:spcBef>
              <a:spcAft>
                <a:spcPts val="840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海洋科学与工程学院</a:t>
            </a:r>
            <a:b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</a:b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年度优秀志愿者表彰大会</a:t>
            </a:r>
            <a:endParaRPr kumimoji="0" lang="zh-CN" altLang="en-US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/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颁奖-拉德斯基进行曲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79250" y="6519545"/>
            <a:ext cx="412750" cy="412750"/>
          </a:xfrm>
          <a:prstGeom prst="rect">
            <a:avLst/>
          </a:prstGeom>
        </p:spPr>
      </p:pic>
      <p:pic>
        <p:nvPicPr>
          <p:cNvPr id="9218" name="图片 2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9220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1" name="图片 8"/>
          <p:cNvPicPr>
            <a:picLocks noChangeAspect="1"/>
          </p:cNvPicPr>
          <p:nvPr/>
        </p:nvPicPr>
        <p:blipFill>
          <a:blip r:embed="rId6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6350" y="1339850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年度优秀志愿服务组织者</a:t>
            </a:r>
            <a:endParaRPr kumimoji="0" lang="en-US" altLang="zh-CN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595313" y="2706688"/>
            <a:ext cx="10987088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安全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罗瑞来       船舶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232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林毅宏       环境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   唐潇桐</a:t>
            </a: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8818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6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1126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9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-6350" y="2860675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8000"/>
              </a:lnSpc>
              <a:spcBef>
                <a:spcPct val="0"/>
              </a:spcBef>
              <a:spcAft>
                <a:spcPts val="840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海洋科学与工程学院</a:t>
            </a:r>
            <a:b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</a:b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年度优秀志愿者表彰大会</a:t>
            </a:r>
            <a:endParaRPr kumimoji="0" lang="zh-CN" altLang="en-US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/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13316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0" y="1630363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优秀志愿者代表发言</a:t>
            </a:r>
            <a:endParaRPr kumimoji="0" lang="en-US" altLang="zh-CN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9" name="标题 1"/>
          <p:cNvSpPr txBox="1"/>
          <p:nvPr/>
        </p:nvSpPr>
        <p:spPr bwMode="auto">
          <a:xfrm>
            <a:off x="595313" y="2706688"/>
            <a:ext cx="10987088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安全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231   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陈乐恒</a:t>
            </a:r>
            <a:endParaRPr kumimoji="0" lang="zh-CN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2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15364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-6350" y="2860675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8000"/>
              </a:lnSpc>
              <a:spcBef>
                <a:spcPct val="0"/>
              </a:spcBef>
              <a:spcAft>
                <a:spcPts val="840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海洋科学与工程学院</a:t>
            </a:r>
            <a:b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</a:b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年度优秀志愿者表彰大会</a:t>
            </a:r>
            <a:endParaRPr kumimoji="0" lang="zh-CN" altLang="en-US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/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17412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3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6350" y="2246313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为“小海棠”志愿服务队 授旗</a:t>
            </a:r>
            <a:endParaRPr kumimoji="0" lang="en-US" altLang="zh-CN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19460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-6350" y="2860675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ts val="8000"/>
              </a:lnSpc>
              <a:spcBef>
                <a:spcPct val="0"/>
              </a:spcBef>
              <a:spcAft>
                <a:spcPts val="840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海洋科学与工程学院</a:t>
            </a:r>
            <a:b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</a:br>
            <a:r>
              <a:rPr kumimoji="0" lang="en-US" altLang="zh-CN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2024</a:t>
            </a: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年度优秀志愿者表彰大会</a:t>
            </a:r>
            <a:endParaRPr kumimoji="0" lang="zh-CN" altLang="en-US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/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" y="0"/>
            <a:ext cx="12198350" cy="6850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 bwMode="auto">
          <a:xfrm>
            <a:off x="0" y="1803400"/>
            <a:ext cx="121920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2150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763" y="704850"/>
            <a:ext cx="908050" cy="925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图片 8"/>
          <p:cNvPicPr>
            <a:picLocks noChangeAspect="1"/>
          </p:cNvPicPr>
          <p:nvPr/>
        </p:nvPicPr>
        <p:blipFill>
          <a:blip r:embed="rId3"/>
          <a:srcRect l="28084" t="18744" r="27386" b="23100"/>
          <a:stretch>
            <a:fillRect/>
          </a:stretch>
        </p:blipFill>
        <p:spPr>
          <a:xfrm>
            <a:off x="6016625" y="530225"/>
            <a:ext cx="1479550" cy="136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标题 1"/>
          <p:cNvSpPr txBox="1"/>
          <p:nvPr/>
        </p:nvSpPr>
        <p:spPr bwMode="auto">
          <a:xfrm>
            <a:off x="6350" y="2246313"/>
            <a:ext cx="121920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小标宋_GBK" pitchFamily="65" charset="-122"/>
                <a:ea typeface="方正小标宋_GBK" pitchFamily="65" charset="-122"/>
                <a:cs typeface="+mj-cs"/>
              </a:rPr>
              <a:t>学院党委书记 王威仪 讲话</a:t>
            </a:r>
            <a:endParaRPr kumimoji="0" lang="en-US" altLang="zh-CN" sz="5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方正小标宋_GBK" pitchFamily="65" charset="-122"/>
              <a:ea typeface="方正小标宋_GBK" pitchFamily="65" charset="-122"/>
              <a:cs typeface="+mj-cs"/>
            </a:endParaRPr>
          </a:p>
        </p:txBody>
      </p:sp>
      <p:sp>
        <p:nvSpPr>
          <p:cNvPr id="11" name="标题 1"/>
          <p:cNvSpPr txBox="1"/>
          <p:nvPr/>
        </p:nvSpPr>
        <p:spPr bwMode="auto">
          <a:xfrm>
            <a:off x="0" y="4757738"/>
            <a:ext cx="121920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2025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年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3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月</a:t>
            </a: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26</a:t>
            </a: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2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日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D2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BE0000"/>
      </a:dk2>
      <a:lt2>
        <a:srgbClr val="E7E6E6"/>
      </a:lt2>
      <a:accent1>
        <a:srgbClr val="BE0000"/>
      </a:accent1>
      <a:accent2>
        <a:srgbClr val="ED7D31"/>
      </a:accent2>
      <a:accent3>
        <a:srgbClr val="D2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WPS 演示</Application>
  <PresentationFormat>宽屏</PresentationFormat>
  <Paragraphs>54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Calibri Light</vt:lpstr>
      <vt:lpstr>楷体_GB2312</vt:lpstr>
      <vt:lpstr>方正小标宋_GBK</vt:lpstr>
      <vt:lpstr>Arial Unicode MS</vt:lpstr>
      <vt:lpstr>新宋体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</dc:creator>
  <cp:lastModifiedBy>罗瑞来</cp:lastModifiedBy>
  <cp:revision>925</cp:revision>
  <dcterms:created xsi:type="dcterms:W3CDTF">2016-07-12T03:45:00Z</dcterms:created>
  <dcterms:modified xsi:type="dcterms:W3CDTF">2025-03-25T15:45:35Z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660C661D46CC4803A8827ABCB98BF93F_12</vt:lpwstr>
  </property>
</Properties>
</file>